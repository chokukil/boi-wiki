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 구조를 설명한다. 그림의 approved release 단계는 운영 목표이며, 현재 Candidate는 active가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비활성 상태의 화면이다. active Release가 없으므로 red가 없는 것이 올바른 결과다.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G5-G7이 PENDING이므로 Release를 활성화하거나 운영 검증 완료로 표현하지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hokukil/boi-wiki-sci/repo/artifacts/science-verifier/deck/assets/science-integrity-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DOCUMENT REVIEW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Qwen 없이도 문서 검토와 Claim 확인이 끝난다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914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실제 실행 화면 · release_candidate · 운영 판정과 빨간 표시 없음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93192" y="1243584"/>
            <a:ext cx="4800600" cy="50292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pic>
        <p:nvPicPr>
          <p:cNvPr id="6" name="Image 0" descr="/home/chokukil/boi-wiki-sci/repo/artifacts/science-verifier/deck/assets/review-canvas-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653" y="1335024"/>
            <a:ext cx="3147678" cy="4846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49824" y="1371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96128" y="14996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27/27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596128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실제 Chromium checks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424928" y="1371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71232" y="14996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8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571232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 빨간 표시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400032" y="137160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46336" y="1499616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9546336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기본 Qwen 호출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449824" y="2560320"/>
            <a:ext cx="5779008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서버가 다시 확인하는 것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715000" y="3218688"/>
            <a:ext cx="507492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</a:t>
            </a:r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원본 문서의 정확한 Unicode 구간
</a:t>
            </a:r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</a:t>
            </a:r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등록 alias와 subject / relation / object 역할
</a:t>
            </a:r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</a:t>
            </a:r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ontology_ref, 조건, 사용자 확인 event
</a:t>
            </a:r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</a:t>
            </a:r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client_kind와 무관한 동일 Claim 결과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49824" y="4992624"/>
            <a:ext cx="5779008" cy="1005840"/>
          </a:xfrm>
          <a:prstGeom prst="roundRect">
            <a:avLst>
              <a:gd name="adj" fmla="val 6364"/>
            </a:avLst>
          </a:prstGeom>
          <a:solidFill>
            <a:srgbClr val="FFF7ED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0" y="52486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release_candidate에서는 confirm 뒤에도 verify를 호출하지 않는다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715000" y="55961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문서 위 표시는 별칭 해석이며 판정이 아니다.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411480" y="647395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· live /science-verifier · Chromium CDP strict run · 2026-08-25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1138428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4688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2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QUALIFICATION BOUNDARY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구현은 검증됐고, 과학 지식 Release는 아직 비활성이다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914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자동 통과 항목과 사람 승인 대기를 같은 화면에 고정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93192" y="1243584"/>
            <a:ext cx="5760720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12700">
            <a:solidFill>
              <a:srgbClr val="D7DCE5"/>
            </a:solidFill>
            <a:prstDash val="solid"/>
          </a:ln>
        </p:spPr>
      </p:sp>
      <p:pic>
        <p:nvPicPr>
          <p:cNvPr id="6" name="Image 0" descr="/home/chokukil/boi-wiki-sci/repo/artifacts/science-verifier/deck/assets/final-qualification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6552" y="1325880"/>
            <a:ext cx="3434001" cy="4855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55664" y="1389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자동 검증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55664" y="1737360"/>
            <a:ext cx="5257800" cy="1024128"/>
          </a:xfrm>
          <a:prstGeom prst="roundRect">
            <a:avLst>
              <a:gd name="adj" fmla="val 6250"/>
            </a:avLst>
          </a:prstGeom>
          <a:solidFill>
            <a:srgbClr val="ECFDF3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11696" y="19476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80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G0–G4  PASS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22792" y="19110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440/440 public candidate cases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반복 qualification bytes 동일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6455664" y="3108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사람 승인 대기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55664" y="3511296"/>
            <a:ext cx="5257800" cy="475488"/>
          </a:xfrm>
          <a:prstGeom prst="roundRect">
            <a:avLst>
              <a:gd name="adj" fmla="val 9615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36484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G5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59752" y="3639312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독립 sealed holdout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55664" y="4096512"/>
            <a:ext cx="5257800" cy="475488"/>
          </a:xfrm>
          <a:prstGeom prst="roundRect">
            <a:avLst>
              <a:gd name="adj" fmla="val 9615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56832" y="42336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159752" y="422452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stored-report channel parity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55664" y="4681728"/>
            <a:ext cx="5257800" cy="475488"/>
          </a:xfrm>
          <a:prstGeom prst="roundRect">
            <a:avLst>
              <a:gd name="adj" fmla="val 9615"/>
            </a:avLst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56832" y="481888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G7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159752" y="4809744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Science Admin 원문 검토·activation audit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455664" y="5440680"/>
            <a:ext cx="5257800" cy="658368"/>
          </a:xfrm>
          <a:prstGeom prst="roundRect">
            <a:avLst>
              <a:gd name="adj" fmla="val 833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11696" y="55961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완료 = 구현 + 자동 검증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완료 아님 = 과학적 진실·공정 승인·Release 활성화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11480" y="647395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· qualification-report.{md,pdf} · qualification digest ecce372f…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1384280" y="64922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AIX 확산 TF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Verifier Evidence</dc:title>
  <dc:subject>Deterministic Science Verifier implementation evidence</dc:subject>
  <dc:creator>BoI Wiki Science Verifier</dc:creator>
  <cp:lastModifiedBy>BoI Wiki Science Verifier</cp:lastModifiedBy>
  <cp:revision>1</cp:revision>
  <dcterms:created xsi:type="dcterms:W3CDTF">2026-08-25T05:56:33Z</dcterms:created>
  <dcterms:modified xsi:type="dcterms:W3CDTF">2026-08-25T05:56:33Z</dcterms:modified>
</cp:coreProperties>
</file>